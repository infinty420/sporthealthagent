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5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431" y="28"/>
      </p:cViewPr>
      <p:guideLst>
        <p:guide orient="horz" pos="235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  <p:pic>
        <p:nvPicPr>
          <p:cNvPr id="13" name="图片 4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8273" y="0"/>
            <a:ext cx="3483086" cy="13061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8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9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3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0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2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7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9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3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怎样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都队（上海杉达学院）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  2026.10.12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1908747" y="1852426"/>
            <a:ext cx="83745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8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OH</a:t>
            </a:r>
            <a:r>
              <a:rPr lang="zh-CN" altLang="en-US" sz="48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创新大赛赛道三作品提交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3232175" y="2868089"/>
            <a:ext cx="57276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800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衡练</a:t>
            </a:r>
            <a:endParaRPr lang="zh-CN" altLang="en-US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/>
        </p:nvSpPr>
        <p:spPr>
          <a:xfrm>
            <a:off x="2741964" y="213821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27"/>
          <p:cNvSpPr/>
          <p:nvPr/>
        </p:nvSpPr>
        <p:spPr>
          <a:xfrm>
            <a:off x="3585244" y="307610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应用核心功能</a:t>
            </a:r>
            <a:endParaRPr lang="en-US" altLang="zh-CN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/>
        </p:nvSpPr>
        <p:spPr>
          <a:xfrm>
            <a:off x="2734344" y="306340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29"/>
          <p:cNvSpPr/>
          <p:nvPr/>
        </p:nvSpPr>
        <p:spPr>
          <a:xfrm>
            <a:off x="3585244" y="400130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创新性</a:t>
            </a:r>
            <a:endParaRPr lang="en-US" altLang="zh-CN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/>
        </p:nvSpPr>
        <p:spPr>
          <a:xfrm>
            <a:off x="2734344" y="398860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44"/>
          <p:cNvSpPr/>
          <p:nvPr/>
        </p:nvSpPr>
        <p:spPr>
          <a:xfrm>
            <a:off x="3597944" y="213821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创作简介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2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3" name="圆角矩形 29"/>
          <p:cNvSpPr/>
          <p:nvPr/>
        </p:nvSpPr>
        <p:spPr>
          <a:xfrm>
            <a:off x="3597944" y="491379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商业价值</a:t>
            </a:r>
            <a:endParaRPr lang="en-US" altLang="zh-CN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4" name="圆角矩形 30"/>
          <p:cNvSpPr/>
          <p:nvPr/>
        </p:nvSpPr>
        <p:spPr>
          <a:xfrm>
            <a:off x="2747044" y="490109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占位符 2"/>
          <p:cNvSpPr>
            <a:spLocks noGrp="1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r>
              <a:rPr kumimoji="1" lang="zh-CN" altLang="en-US" dirty="0"/>
              <a:t>创作简介</a:t>
            </a:r>
            <a:endParaRPr kumimoji="1" lang="zh-CN" altLang="en-US" sz="28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4"/>
          <p:cNvSpPr txBox="1"/>
          <p:nvPr/>
        </p:nvSpPr>
        <p:spPr>
          <a:xfrm>
            <a:off x="681355" y="2986405"/>
            <a:ext cx="6500495" cy="936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为什么做这款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APP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（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100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现代人工作学习与健康难以平衡，而主流健身软件强制联网、功能臃肿、隐私堪忧。我们打造“衡练”APP：一款纯本地运行的运动健康助手，录入数据后由端侧规则引擎即时完成评估、计划与复盘，数据全程不出端，让科学锻炼即开即用、安心可用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19" name="文本框 4"/>
          <p:cNvSpPr txBox="1"/>
          <p:nvPr/>
        </p:nvSpPr>
        <p:spPr>
          <a:xfrm>
            <a:off x="742950" y="4950460"/>
            <a:ext cx="6724015" cy="19075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应用一句话亮点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结合鸿蒙特性版：基于OpenHarmony原生ArkTS/ArkUI开发的端侧运动健康助手，手机、平板双端适配，数据不出端、全程不联网。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强调功能版：“衡”量状态，“练”就健康——30秒录入，即刻获得训练评估、饮食方案与下周计划的专属私人教练。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0" name="文本框 4"/>
          <p:cNvSpPr txBox="1"/>
          <p:nvPr/>
        </p:nvSpPr>
        <p:spPr>
          <a:xfrm>
            <a:off x="681316" y="950500"/>
            <a:ext cx="8516472" cy="2011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团队简介：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队长：刘俊材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团队成员：刘洁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学校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&amp;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专业：上海杉达学院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软件工程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指导老师：张青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联络人手机号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&amp;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微信号：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15316589290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占位符 2"/>
          <p:cNvSpPr>
            <a:spLocks noGrp="1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r>
              <a:rPr kumimoji="1" lang="zh-CN" altLang="en-US" sz="2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应用核心功能</a:t>
            </a:r>
            <a:endParaRPr kumimoji="1" lang="zh-CN" altLang="en-US" sz="28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3"/>
          <p:cNvSpPr txBox="1"/>
          <p:nvPr/>
        </p:nvSpPr>
        <p:spPr>
          <a:xfrm>
            <a:off x="600634" y="1109012"/>
            <a:ext cx="9010957" cy="3812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数据全程不出端的五大差异化能力（每点一句话）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 全程不联网：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数据只存本机，飞行模式照常记录分析，隐私零泄露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 录入即分析：端侧规则引擎30秒出报告，评估、恢复、饮食一次给全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/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③ 201个结构化动作库：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器械×部位×难度筛选，配3D解剖示例与常见错误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④ 疲劳指数自动排课：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6周波浪渐进＋末周减载，高疲劳自动加休息日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⑤ What-if情景模拟：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拖滑块改热量与训练次数，4~8周体重趋势即时演算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26" name="Picture 25" descr="s1_hom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874519"/>
            <a:ext cx="1821927" cy="3931920"/>
          </a:xfrm>
          <a:prstGeom prst="rect">
            <a:avLst/>
          </a:prstGeom>
        </p:spPr>
      </p:pic>
      <p:pic>
        <p:nvPicPr>
          <p:cNvPr id="27" name="Picture 26" descr="s4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5294" y="1874519"/>
            <a:ext cx="1815887" cy="3931920"/>
          </a:xfrm>
          <a:prstGeom prst="rect">
            <a:avLst/>
          </a:prstGeom>
        </p:spPr>
      </p:pic>
      <p:pic>
        <p:nvPicPr>
          <p:cNvPr id="28" name="Picture 27" descr="s6_libr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8388" y="1874519"/>
            <a:ext cx="1845441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7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创新性</a:t>
            </a:r>
            <a:endParaRPr lang="zh-CN" altLang="en-US" dirty="0"/>
          </a:p>
        </p:txBody>
      </p:sp>
      <p:sp>
        <p:nvSpPr>
          <p:cNvPr id="28" name="文本框 3"/>
          <p:cNvSpPr txBox="1"/>
          <p:nvPr/>
        </p:nvSpPr>
        <p:spPr>
          <a:xfrm>
            <a:off x="600710" y="1108710"/>
            <a:ext cx="8096250" cy="2651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体验的创新与提升（每点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50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1. 可解释的端侧“私人教练”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本地规则引擎即时输出评估与建议，参数公开可调、结论有据可查，科学“衡量”每一次训练。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2. What-if 情景模拟决策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拖动滑块调整热量与训练次数，4~8周体重趋势即时演算，目标先看见再执行，让决策从凭感觉变成看得见。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9" name="文本框 4"/>
          <p:cNvSpPr txBox="1"/>
          <p:nvPr/>
        </p:nvSpPr>
        <p:spPr>
          <a:xfrm>
            <a:off x="600710" y="3923665"/>
            <a:ext cx="8702040" cy="2651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接入的鸿蒙特性（每点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50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1. 原生ArkTS/ArkUI全端适配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基于OpenHarmony Stage模型原生开发，一次开发适配手机与平板，深浅色双主题随系统自动切换，纯净无广告。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2. 端侧持久化与本地备份迁移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preferences本地存储＋沙箱备份导出，数据全程不出端、零网络请求，换机经系统文件管理器迁移，隐私安全可验证。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2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商业价值</a:t>
            </a:r>
            <a:endParaRPr lang="zh-CN" altLang="en-US" dirty="0"/>
          </a:p>
        </p:txBody>
      </p:sp>
      <p:sp>
        <p:nvSpPr>
          <p:cNvPr id="33" name="文本框 3"/>
          <p:cNvSpPr txBox="1"/>
          <p:nvPr/>
        </p:nvSpPr>
        <p:spPr>
          <a:xfrm>
            <a:off x="600710" y="1108710"/>
            <a:ext cx="7005955" cy="4250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用户范围（约85字）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核心用户：注重隐私的健身爱好者、常在地下室/户外等弱网环境锻炼的人群、需要科学指导的健身新手。凭借“不联网、无广告、即开即用”的口碑，优先吸引对臃肿App厌倦的极简主义与硬核健身人群。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 商业潜力（盈利模式与市场前景）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1. 基础免费＋高级买断：记录、评估、排课免费；进阶计划包与高级数据分析模块一次性买断。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2. 企业私有化部署：为健身房、私教工作室提供定制离线终端（预装平板），数据留在店内内网，按点位收授权费。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3. 数字内容增值：销售专业教练的离线训练课程包（动作精讲/计划编排），纯本地交付，零服务器成本。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4. 边际成本趋零：无云端服务器与运维投入，用户增长不增加成本，口碑驱动自然获客。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6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Demo</a:t>
            </a:r>
            <a:endParaRPr lang="zh-CN" altLang="en-US" dirty="0"/>
          </a:p>
        </p:txBody>
      </p:sp>
      <p:sp>
        <p:nvSpPr>
          <p:cNvPr id="37" name="文本框 3"/>
          <p:cNvSpPr txBox="1"/>
          <p:nvPr/>
        </p:nvSpPr>
        <p:spPr>
          <a:xfrm>
            <a:off x="600634" y="1109012"/>
            <a:ext cx="3836895" cy="3812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1分43秒完整演示：录入即分析 → 自动排课 → 动作库 → 记一餐 → 情景模拟（双击播放）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pic>
        <p:nvPicPr>
          <p:cNvPr id="38" name="衡练_应用介绍视频_720x1280.mp4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35842" y="1828800"/>
            <a:ext cx="2520315" cy="4480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文本框 8"/>
          <p:cNvSpPr txBox="1"/>
          <p:nvPr/>
        </p:nvSpPr>
        <p:spPr>
          <a:xfrm>
            <a:off x="3557237" y="194212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  <p:sp>
        <p:nvSpPr>
          <p:cNvPr id="40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1275</Words>
  <Application>WPS 演示</Application>
  <PresentationFormat/>
  <Paragraphs>98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9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HarmonyOS Sans</vt:lpstr>
      <vt:lpstr>Segoe Print</vt:lpstr>
      <vt:lpstr>Arial Unicode MS</vt:lpstr>
      <vt:lpstr>等线</vt:lpstr>
      <vt:lpstr>Calibri</vt:lpstr>
      <vt:lpstr>Microsoft YaHei Regular</vt:lpstr>
      <vt:lpstr>Source Han Sans CN Bold</vt:lpstr>
      <vt:lpstr>Source Han Sans CN Normal</vt:lpstr>
      <vt:lpstr>Source Han Sans CN Regular</vt:lpstr>
      <vt:lpstr>Saturday Sans Regular</vt:lpstr>
      <vt:lpstr>Wonder Sans Bold</vt:lpstr>
      <vt:lpstr>Oxford Regular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刘俊材</cp:lastModifiedBy>
  <cp:revision>4</cp:revision>
  <dcterms:created xsi:type="dcterms:W3CDTF">2026-10-12T11:22:00Z</dcterms:created>
  <dcterms:modified xsi:type="dcterms:W3CDTF">2026-10-12T12:06:29Z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E3D8E8284EE44C0DBF08F3E2C87BCB95_13</vt:lpwstr>
  </property>
</Properties>
</file>